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Logistics Operations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Driving Operational Excellence Through Intelligent Logistics Systems</a:t>
            </a:r>
          </a:p>
          <a:p>
            <a:pPr/>
            <a:r>
              <a:t>Designed &amp; Developed by Kunal Sur</a:t>
            </a:r>
          </a:p>
          <a:p>
            <a:pPr/>
            <a:r>
              <a:t>Version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logistics operations platform</a:t>
            </a:r>
          </a:p>
          <a:p>
            <a:pPr/>
            <a:r>
              <a:t>Simulates real industrial workflows</a:t>
            </a:r>
          </a:p>
          <a:p>
            <a:pPr/>
            <a:r>
              <a:t>Centralized control system for decision-making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scalable logistics system</a:t>
            </a:r>
          </a:p>
          <a:p>
            <a:pPr/>
            <a:r>
              <a:t>Simulate real-time operations</a:t>
            </a:r>
          </a:p>
          <a:p>
            <a:pPr/>
            <a:r>
              <a:t>Improve monitoring and efficiency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KPI tracking</a:t>
            </a:r>
          </a:p>
          <a:p>
            <a:pPr/>
            <a:r>
              <a:t>Priority-based alert monitoring</a:t>
            </a:r>
          </a:p>
          <a:p>
            <a:pPr/>
            <a:r>
              <a:t>Centralized operations control</a:t>
            </a:r>
          </a:p>
          <a:p>
            <a:pPr/>
            <a:r>
              <a:t>Enables faster decision-making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Fleet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Owned, Partner, and Leased vehicles</a:t>
            </a:r>
          </a:p>
          <a:p>
            <a:pPr/>
            <a:r>
              <a:t>Vehicle tracking and assignment</a:t>
            </a:r>
          </a:p>
          <a:p>
            <a:pPr/>
            <a:r>
              <a:t>Maintenance and availability monitoring</a:t>
            </a:r>
          </a:p>
          <a:p>
            <a:pPr/>
            <a:r>
              <a:t>Optimizes asset utilization and reduces downtime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Trip Management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→ Assign → Monitor → Complete</a:t>
            </a:r>
          </a:p>
          <a:p>
            <a:pPr/>
            <a:r>
              <a:t>Driver and vehicle allocation</a:t>
            </a:r>
          </a:p>
          <a:p>
            <a:pPr/>
            <a:r>
              <a:t>End-to-end lifecycle tracking</a:t>
            </a:r>
          </a:p>
          <a:p>
            <a:pPr/>
            <a:r>
              <a:t>Improves operational efficiency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Tracking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Simulated GPS tracking</a:t>
            </a:r>
          </a:p>
          <a:p>
            <a:pPr/>
            <a:r>
              <a:t>Delay and deviation detection</a:t>
            </a:r>
          </a:p>
          <a:p>
            <a:pPr/>
            <a:r>
              <a:t>Real-time movement visibility</a:t>
            </a:r>
          </a:p>
          <a:p>
            <a:pPr/>
            <a:r>
              <a:t>Supports proactive decision-making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Alerts &amp;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Delay alerts</a:t>
            </a:r>
          </a:p>
          <a:p>
            <a:pPr/>
            <a:r>
              <a:t>Idle vehicle alerts</a:t>
            </a:r>
          </a:p>
          <a:p>
            <a:pPr/>
            <a:r>
              <a:t>Compliance alerts</a:t>
            </a:r>
          </a:p>
          <a:p>
            <a:pPr/>
            <a:r>
              <a:t>Ensures rapid operational response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Helpdesk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Ticket-based issue management</a:t>
            </a:r>
          </a:p>
          <a:p>
            <a:pPr/>
            <a:r>
              <a:t>Internal communication channel</a:t>
            </a:r>
          </a:p>
          <a:p>
            <a:pPr/>
            <a:r>
              <a:t>Feedback collection</a:t>
            </a:r>
          </a:p>
          <a:p>
            <a:pPr/>
            <a:r>
              <a:t>Improves coordination across teams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Intelligence (KPI)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On-time delivery %</a:t>
            </a:r>
          </a:p>
          <a:p>
            <a:pPr/>
            <a:r>
              <a:t>Fleet utilization</a:t>
            </a:r>
          </a:p>
          <a:p>
            <a:pPr/>
            <a:r>
              <a:t>Delay analysis</a:t>
            </a:r>
          </a:p>
          <a:p>
            <a:pPr/>
            <a:r>
              <a:t>Vendor performance</a:t>
            </a:r>
          </a:p>
          <a:p>
            <a:pPr/>
            <a:r>
              <a:t>Enables data-driven decisions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HTML, CSS, JavaScript</a:t>
            </a:r>
          </a:p>
          <a:p>
            <a:pPr/>
            <a:r>
              <a:t>Simulation engine for data flow</a:t>
            </a:r>
          </a:p>
          <a:p>
            <a:pPr/>
            <a:r>
              <a:t>No backend dependency</a:t>
            </a:r>
          </a:p>
          <a:p>
            <a:pPr/>
            <a:r>
              <a:t>Scalable for future integration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simulation</a:t>
            </a:r>
          </a:p>
          <a:p>
            <a:pPr/>
            <a:r>
              <a:t>User-friendly interface</a:t>
            </a:r>
          </a:p>
          <a:p>
            <a:pPr/>
            <a:r>
              <a:t>Scalable modular design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 integration</a:t>
            </a:r>
          </a:p>
          <a:p>
            <a:pPr/>
            <a:r>
              <a:t>Real GPS tracking</a:t>
            </a:r>
          </a:p>
          <a:p>
            <a:pPr/>
            <a:r>
              <a:t>AI-based route optimization</a:t>
            </a:r>
          </a:p>
          <a:p>
            <a:pPr/>
            <a:r>
              <a:t>Predictive maintenance</a:t>
            </a:r>
          </a:p>
          <a:p>
            <a:pPr/>
            <a:r>
              <a:t>Mobile application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Author &amp; Ownership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Kunal Sur</a:t>
            </a:r>
          </a:p>
          <a:p>
            <a:pPr/>
            <a:r>
              <a:t>linkedin.com/in/kunal-sur</a:t>
            </a:r>
          </a:p>
          <a:p>
            <a:pPr/>
            <a:r>
              <a:t>instagram.com/kunal_su01</a:t>
            </a:r>
          </a:p>
          <a:p>
            <a:pPr/>
            <a:r>
              <a:t>© 2026 All Rights Reserved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logistics system prototype</a:t>
            </a:r>
          </a:p>
          <a:p>
            <a:pPr/>
            <a:r>
              <a:t>Demonstrates real-world operations</a:t>
            </a:r>
          </a:p>
          <a:p>
            <a:pPr/>
            <a:r>
              <a:t>Ready for production-level extension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